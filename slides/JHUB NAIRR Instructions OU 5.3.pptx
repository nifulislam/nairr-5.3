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B8pDSONNX3q3xS5GgQAkzntd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342" y="84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39B7D5-0A0C-96AF-92D0-98A5FC0D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77F39F58-9A7F-A4B1-3E82-C60250D3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4E0407AF-58BE-0CFC-3B07-2B3D8333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61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B24D5C98-AD0E-3D8E-F23C-BB94B3DA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0D8C4194-621F-04A2-1C4C-9C2E2F836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25D4F007-3C0E-B3A2-206B-C09980284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4419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 userDrawn="1"/>
        </p:nvPicPr>
        <p:blipFill>
          <a:blip r:embed="rId2">
            <a:alphaModFix/>
          </a:blip>
          <a:srcRect t="26669" b="28271"/>
          <a:stretch>
            <a:fillRect/>
          </a:stretch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0;p17">
            <a:extLst>
              <a:ext uri="{FF2B5EF4-FFF2-40B4-BE49-F238E27FC236}">
                <a16:creationId xmlns:a16="http://schemas.microsoft.com/office/drawing/2014/main" id="{8F79F7F1-9258-6186-B869-5085A9F5219B}"/>
              </a:ext>
            </a:extLst>
          </p:cNvPr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6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51" name="Google Shape;51;p1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dirty="0"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nairr250048.projects.jetstream-cloud.org/hub/user-redirect/git-pull?repo=https://github.com/NifulIslam/NAIRR-5.3&amp;urlpath=lab/tree/NAIRR-5.3&amp;branch=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 NAIRR Instructions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Workshop Lab Environments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7" name="Google Shape;147;p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 </a:t>
            </a: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" descr="JupyterHub | Cuahsi.or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87" b="987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JupyterHub is a multi-user server designed to deliver Jupyter Notebooks to groups of users.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It manages authentication and spawns individual notebook servers for each person.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This provides a consistent computational environment without requiring users to install software locally.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Account Creation</a:t>
            </a:r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743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For our current workshops, JupyterHub accounts use a universal password you can only receive during the workshop.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Using this password you can login to our JupyterHub with any username but there are limited slots.</a:t>
            </a:r>
            <a:endParaRPr/>
          </a:p>
          <a:p>
            <a:pPr marL="594360" lvl="1" indent="-27432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limit is 1 account per person.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Future workshops will use your ACCESS login or Github/Gitlab account but for the moment, in the next couple of workshops, the universal password will be used.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password will be given after these slides.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Lab Environments</a:t>
            </a:r>
            <a:endParaRPr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When you login into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JupyterHub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 you'll will see either one or many virtual environments.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The example on the side shows exactly one environment that is designed specifically for the 5.3 Workshop. </a:t>
            </a: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Each  environment for these workshops are built with all the packages and specific version python.</a:t>
            </a:r>
            <a:endParaRPr dirty="0"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E529D-BFDE-3C3D-FA77-5771B1C7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266" y="2384660"/>
            <a:ext cx="6259214" cy="1044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5" descr="A screenshot of a computer erro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703" r="11090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 will communicate with our Jetstream2 services to deploy a container to host a notebook environment.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On the side is the process and event log of this server creation.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Sever</a:t>
            </a:r>
            <a:endParaRPr/>
          </a:p>
        </p:txBody>
      </p:sp>
      <p:pic>
        <p:nvPicPr>
          <p:cNvPr id="189" name="Google Shape;189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9370" y="1524000"/>
            <a:ext cx="827326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Accessing our lab materials</a:t>
            </a:r>
            <a:endParaRPr/>
          </a:p>
        </p:txBody>
      </p:sp>
      <p:pic>
        <p:nvPicPr>
          <p:cNvPr id="197" name="Google Shape;197;p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23709" y="1865193"/>
            <a:ext cx="7058691" cy="3965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All enviorments have the nbgitpuller software installed which allows our us to easily clone any repository into our servers using a simple link.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Links will be provided after these slides but an example of what process look like is on the side.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5EC487-4967-9456-1094-27EC07F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D8153F0E-7CBF-2446-E7F1-C52012D5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5.3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1813C8B5-8C21-A892-D9EB-F062471F9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you have a server up, please click this link here. You should be redirected then to the server again but now have all the files and notebooks needed for today's workshop. 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loaded, you'll be dropped straight into the 5.3 workshop folder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BB037A47-1D95-28A0-F910-362C3E13C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098547BD-AFFD-FA80-C01A-79EF973E04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8892-67E2-A3CD-4141-0E479393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2810" y="1524000"/>
            <a:ext cx="7399190" cy="151227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Click me to pull in our code!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E4632-B644-4A35-6910-6D000D7D2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858" y="2426928"/>
            <a:ext cx="3903781" cy="290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AA71FB9A-E14F-DD9D-2BA4-CA432BDE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4F83ED0B-18C0-CD70-715C-AF58D3D09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5.3 (Good advice overall though)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BB3F5124-7B9A-C480-94DD-F37A0B913B7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67531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- Run one notebook at a time. When you are totally done with a notebook, shut down its kernel before opening the next. </a:t>
            </a:r>
          </a:p>
          <a:p>
            <a:pPr marL="0" lvl="0" indent="0">
              <a:spcBef>
                <a:spcPts val="0"/>
              </a:spcBef>
            </a:pPr>
            <a:r>
              <a:rPr lang="en-US" dirty="0"/>
              <a:t>- This is most important after NB01 and NB03 they load models into memory, and leaving several running at once can slow your server or run it out of memory.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5500475F-AE9C-C238-F0B0-DE417FB40E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338B283F-8252-E451-1946-1F1CAB97F4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C6EB1C-80CD-CBF2-7156-8CE975BA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078" y="1523999"/>
            <a:ext cx="5813561" cy="41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Demo</a:t>
            </a:r>
            <a:endParaRPr sz="3200" b="1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Links, Passwords, &amp; Git Repository</a:t>
            </a: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419</Words>
  <Application>Microsoft Office PowerPoint</Application>
  <PresentationFormat>Widescreen</PresentationFormat>
  <Paragraphs>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Verdana</vt:lpstr>
      <vt:lpstr>WPI-White</vt:lpstr>
      <vt:lpstr>JupyterHub NAIRR Instructions</vt:lpstr>
      <vt:lpstr>JupyterHub </vt:lpstr>
      <vt:lpstr>Account Creation</vt:lpstr>
      <vt:lpstr>Lab Environments</vt:lpstr>
      <vt:lpstr>Starting a Server</vt:lpstr>
      <vt:lpstr>Starting a Sever</vt:lpstr>
      <vt:lpstr>Accessing our lab materials</vt:lpstr>
      <vt:lpstr>For 5.3</vt:lpstr>
      <vt:lpstr>For 5.3 (Good advice overall though)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Melissa</dc:creator>
  <cp:lastModifiedBy>Matt Horvath</cp:lastModifiedBy>
  <cp:revision>13</cp:revision>
  <dcterms:created xsi:type="dcterms:W3CDTF">2015-05-27T13:16:15Z</dcterms:created>
  <dcterms:modified xsi:type="dcterms:W3CDTF">2026-07-24T17:22:35Z</dcterms:modified>
</cp:coreProperties>
</file>